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9" r:id="rId10"/>
    <p:sldId id="268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53</c:v>
                </c:pt>
                <c:pt idx="2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CE-44E5-B22C-23D0493427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12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6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43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1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8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76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5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3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284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2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9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92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0641" y="698074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Customer Churn &amp; Retention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8729" y="2462752"/>
            <a:ext cx="7864311" cy="1752600"/>
          </a:xfrm>
        </p:spPr>
        <p:txBody>
          <a:bodyPr/>
          <a:lstStyle/>
          <a:p>
            <a:r>
              <a:rPr dirty="0"/>
              <a:t>Customer Engagement &amp; Churn Risk Analysis</a:t>
            </a:r>
          </a:p>
          <a:p>
            <a:r>
              <a:rPr lang="en-IN" dirty="0"/>
              <a:t>                          </a:t>
            </a:r>
            <a:r>
              <a:rPr dirty="0"/>
              <a:t>| SQL |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814506"/>
            <a:ext cx="7543800" cy="769198"/>
          </a:xfrm>
        </p:spPr>
        <p:txBody>
          <a:bodyPr/>
          <a:lstStyle/>
          <a:p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7078"/>
            <a:ext cx="8229600" cy="44211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57% churn rate indicates critical retention issue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Low engagement drives churn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High support tickets increase churn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57% revenue at risk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Inactive users contribute majority of churn</a:t>
            </a:r>
          </a:p>
          <a:p>
            <a:pPr marL="0" indent="0">
              <a:buNone/>
            </a:pPr>
            <a:r>
              <a:rPr lang="en-IN" b="1" dirty="0"/>
              <a:t>Recommendations: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/>
              <a:t>Target low engagement users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/>
              <a:t>Improve customer support experience (</a:t>
            </a:r>
            <a:r>
              <a:rPr lang="en-GB" dirty="0"/>
              <a:t>Improve onboarding,  Enhance support)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/>
              <a:t>Focus on early lifecycle retention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GB" dirty="0"/>
              <a:t>Target high-risk users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GB" dirty="0"/>
              <a:t>Fix payment issues</a:t>
            </a:r>
            <a:endParaRPr lang="en-US" alt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546" y="1845734"/>
            <a:ext cx="7471214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High churn impacting revenue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Lack of churn visibility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No segmentation of high-risk customers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Data Overview: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Customer demographics, usage, support, payments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Engineered: Usage Group, Risk Segment, Activity Level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1838227"/>
            <a:ext cx="8229600" cy="235670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500" dirty="0"/>
              <a:t>Executive Summary Page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500" dirty="0"/>
              <a:t>Customer Behaviour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500" dirty="0"/>
              <a:t>Risk Segmentation Dashboard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500" dirty="0"/>
              <a:t>KPI monitoring and segmentation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Summary Dashboard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0406"/>
            <a:ext cx="8229600" cy="446040"/>
          </a:xfrm>
        </p:spPr>
        <p:txBody>
          <a:bodyPr/>
          <a:lstStyle/>
          <a:p>
            <a:pPr algn="ctr"/>
            <a:r>
              <a:rPr dirty="0"/>
              <a:t>Users: 2800</a:t>
            </a:r>
            <a:r>
              <a:rPr lang="en-IN" dirty="0"/>
              <a:t>, </a:t>
            </a:r>
            <a:r>
              <a:rPr dirty="0"/>
              <a:t>Churn Rate: 57%</a:t>
            </a:r>
            <a:r>
              <a:rPr lang="en-IN" dirty="0"/>
              <a:t>, </a:t>
            </a:r>
            <a:r>
              <a:rPr dirty="0"/>
              <a:t>Revenue at Risk: 57%</a:t>
            </a:r>
            <a:r>
              <a:rPr lang="en-IN" dirty="0"/>
              <a:t>, </a:t>
            </a:r>
            <a:r>
              <a:rPr dirty="0"/>
              <a:t>Inactive: 1350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0911E-0DBB-45B1-8DCA-AF999ED6CE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365" r="35876" b="7984"/>
          <a:stretch/>
        </p:blipFill>
        <p:spPr>
          <a:xfrm>
            <a:off x="546755" y="2192496"/>
            <a:ext cx="8041064" cy="3839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8104224" cy="1450757"/>
          </a:xfrm>
        </p:spPr>
        <p:txBody>
          <a:bodyPr/>
          <a:lstStyle/>
          <a:p>
            <a:r>
              <a:rPr lang="en-IN" dirty="0"/>
              <a:t>CUSTOMER BEHAVIOR ANALYSIS</a:t>
            </a:r>
            <a:endParaRPr dirty="0"/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113938"/>
              </p:ext>
            </p:extLst>
          </p:nvPr>
        </p:nvGraphicFramePr>
        <p:xfrm>
          <a:off x="711722" y="2242066"/>
          <a:ext cx="365288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5DCF3F3-80DD-42AF-A33A-9779F8F8D629}"/>
              </a:ext>
            </a:extLst>
          </p:cNvPr>
          <p:cNvSpPr/>
          <p:nvPr/>
        </p:nvSpPr>
        <p:spPr>
          <a:xfrm>
            <a:off x="822960" y="1830313"/>
            <a:ext cx="35416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Churn Rate by Usage Group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6A425C-1925-44D2-A2C5-3DDA5FA28C21}"/>
              </a:ext>
            </a:extLst>
          </p:cNvPr>
          <p:cNvSpPr/>
          <p:nvPr/>
        </p:nvSpPr>
        <p:spPr>
          <a:xfrm>
            <a:off x="4875072" y="2736503"/>
            <a:ext cx="40063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Low usage customers → </a:t>
            </a:r>
            <a:r>
              <a:rPr lang="en-GB" b="1" dirty="0"/>
              <a:t>highest churn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Medium usage → majority customer base.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High usage → most retained users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Engagement is key driver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Customer Behaviour</a:t>
            </a:r>
            <a:endParaRPr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4F837B-8DC4-4EC6-9526-2FB03836E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9599" r="36169" b="8128"/>
          <a:stretch/>
        </p:blipFill>
        <p:spPr>
          <a:xfrm>
            <a:off x="557842" y="1907360"/>
            <a:ext cx="5183082" cy="41100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B96800C-99B1-4CBF-B6D1-28B5430A5EA6}"/>
              </a:ext>
            </a:extLst>
          </p:cNvPr>
          <p:cNvSpPr/>
          <p:nvPr/>
        </p:nvSpPr>
        <p:spPr>
          <a:xfrm>
            <a:off x="5650898" y="1931079"/>
            <a:ext cx="329513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 support + low usage = churn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Customer experience impacts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Key focus area for business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Analysis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ECFE71-69DB-4D87-B813-A6E550229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11" t="19485" r="36291" b="5761"/>
          <a:stretch/>
        </p:blipFill>
        <p:spPr>
          <a:xfrm>
            <a:off x="917228" y="1841057"/>
            <a:ext cx="5606120" cy="38998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DB0156-7689-4AC9-BDDA-ABFE54192646}"/>
              </a:ext>
            </a:extLst>
          </p:cNvPr>
          <p:cNvSpPr/>
          <p:nvPr/>
        </p:nvSpPr>
        <p:spPr>
          <a:xfrm>
            <a:off x="6655324" y="1859019"/>
            <a:ext cx="23284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High-risk users dominate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Need targeted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57% revenue at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Engaged users drive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6E24-5705-4E73-BB4A-2953048F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59" y="286604"/>
            <a:ext cx="7727151" cy="1450757"/>
          </a:xfrm>
        </p:spPr>
        <p:txBody>
          <a:bodyPr>
            <a:normAutofit/>
          </a:bodyPr>
          <a:lstStyle/>
          <a:p>
            <a:r>
              <a:rPr lang="en-GB" b="1" dirty="0"/>
              <a:t>BUSINESS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83B49-D1D4-44E6-8BBA-B3BD85021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Engagement Strategy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Personalized campaigns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Product onboarding improvements </a:t>
            </a:r>
          </a:p>
          <a:p>
            <a:pPr marL="0" indent="0">
              <a:buNone/>
            </a:pPr>
            <a:r>
              <a:rPr lang="en-GB" b="1" dirty="0"/>
              <a:t>Support Optimization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Reduce ticket resolution time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Improve UX </a:t>
            </a:r>
          </a:p>
          <a:p>
            <a:pPr marL="0" indent="0">
              <a:buNone/>
            </a:pPr>
            <a:r>
              <a:rPr lang="en-GB" b="1" dirty="0"/>
              <a:t>Retention Targeting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Focus on high-risk users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Offer incentives</a:t>
            </a:r>
          </a:p>
          <a:p>
            <a:pPr marL="0" indent="0">
              <a:buNone/>
            </a:pPr>
            <a:r>
              <a:rPr lang="en-GB" b="1" dirty="0"/>
              <a:t>Payment Fixes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Reduce failed transactions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63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Expected Outcome:</a:t>
            </a:r>
          </a:p>
          <a:p>
            <a:r>
              <a:rPr lang="en-GB" dirty="0"/>
              <a:t>↓ Churn Rate </a:t>
            </a:r>
          </a:p>
          <a:p>
            <a:r>
              <a:rPr lang="en-GB" dirty="0"/>
              <a:t>↑ Customer Retention </a:t>
            </a:r>
          </a:p>
          <a:p>
            <a:r>
              <a:rPr lang="en-GB" dirty="0"/>
              <a:t>↑ Revenue Stability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D7DCF-8408-4047-86A3-24F8C972E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300000"/>
              </a:lnSpc>
            </a:pPr>
            <a:r>
              <a:rPr lang="en-IN" sz="4800" dirty="0"/>
              <a:t>Thank  You</a:t>
            </a:r>
          </a:p>
          <a:p>
            <a:pPr algn="ctr">
              <a:lnSpc>
                <a:spcPct val="300000"/>
              </a:lnSpc>
            </a:pP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37033925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</TotalTime>
  <Words>265</Words>
  <Application>Microsoft Office PowerPoint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Retrospect</vt:lpstr>
      <vt:lpstr>Customer Churn &amp; Retention Analytics</vt:lpstr>
      <vt:lpstr>Executive Summary</vt:lpstr>
      <vt:lpstr>Business Problem</vt:lpstr>
      <vt:lpstr>Dashboard Overview</vt:lpstr>
      <vt:lpstr>Summary Dashboard</vt:lpstr>
      <vt:lpstr>CUSTOMER BEHAVIOR ANALYSIS</vt:lpstr>
      <vt:lpstr>Customer Behaviour</vt:lpstr>
      <vt:lpstr>Risk Analysis</vt:lpstr>
      <vt:lpstr>BUSINESS RECOMMENDATIONS</vt:lpstr>
      <vt:lpstr>Impact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&amp; Retention Analytics</dc:title>
  <dc:subject/>
  <dc:creator>Sethufleck@outlook.com</dc:creator>
  <cp:keywords/>
  <dc:description>generated using python-pptx</dc:description>
  <cp:lastModifiedBy>Sethuraman B</cp:lastModifiedBy>
  <cp:revision>7</cp:revision>
  <dcterms:created xsi:type="dcterms:W3CDTF">2013-01-27T09:14:16Z</dcterms:created>
  <dcterms:modified xsi:type="dcterms:W3CDTF">2026-04-22T16:08:16Z</dcterms:modified>
  <cp:category/>
</cp:coreProperties>
</file>